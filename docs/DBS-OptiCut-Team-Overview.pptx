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DBS Drawers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99F6E4"/>
                </a:solidFill>
                <a:latin typeface="Calibri"/>
              </a:rPr>
              <a:t>OptiCut CSV Splitter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Allmoxy → batches → cut lists → OptiCut + Station
Simple overview for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FBF1"/>
                </a:solidFill>
                <a:latin typeface="Calibri"/>
              </a:rPr>
              <a:t>Drawer Box Specialties  ·  Internal tooling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Allmoxy gives one big CSV for every order and part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OptiCut needs smaller files by material and edge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The floor needs clear cut lists with box counts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Doing this by hand in spreadsheets is slow and easy to mess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At ~800 boxes/day, small mistakes cost real time and material.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What this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Runs in the browser — drop in the Allmoxy CSV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Splits work into batches (material + edge + ship date)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Separates special orders (scoop, slope, dividers, etc.)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Prints cut lists and a batch index with barcodes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Exports OptiCut-ready CSV / ZIP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Sends live cut lists to the Station screen on the floor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Daily flow (simple)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737360" cy="329184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Drop Allmoxy
CSV in the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39" y="1828800"/>
            <a:ext cx="17373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2011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Check batches
&amp; specials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828800"/>
            <a:ext cx="1737360" cy="329184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2011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Cut lists +
Batch index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1828800"/>
            <a:ext cx="17373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2011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19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Send batches
to Station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828800"/>
            <a:ext cx="1737360" cy="329184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11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Cut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Floor scans &amp;
checks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828800"/>
            <a:ext cx="17373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2011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6517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20040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CSV / ZIP →
OptiCut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Calibri"/>
              </a:rPr>
              <a:t>Prep computer does steps 1–4 &amp; 6. Floor computer uses Station for step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475488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Calibri"/>
              </a:rPr>
              <a:t>Prep / 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Split batches in the sidebar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Cut-list print (landscape)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Batch index + barcodes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CSV or ZIP for OptiCut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Send to Station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Calibri"/>
              </a:rPr>
              <a:t>Floor / 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Live queue of sent batches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Scan barcode to open a batch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Check off lines as you cut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Remove = hide (Add back later)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Wipe database = password dbs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Box math (one rule)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Boxes = ceil(parts ÷ 4)  — same shop rule as always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When GroupID exists: count boxes per group, then add them up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Example: group 1 has 5 parts → 2 boxes; group 2 has 3 parts → 1 box → order = 3 boxes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Print shows: 3 boxes (1-2, 2-1) next to the order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Batch index shows the same next to each order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Calibri"/>
              </a:rPr>
              <a:t>Order totals and batch totals use this rule. Line Bx on the sheet is per cut 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Batch names (quick read)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Format: CATEGORY_EDGE_firstOrder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Examples: PLY_PVC_602480   ·   SPECIAL_PLY_CFB_602627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PLY / FAA / SLD / MDF = material family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PVC / CFB / RAW / TPE = top edge type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SPECIAL_ = special ops (kept separate from normal runs)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Full material + ship date show under the name on screen / 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Operator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1. Export CSV from Allmoxy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2. Open the app → drop the file → review batches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3. Print Cut list(s) and Batch index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4. Send to Station (or Send all)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5. Export CSV / ZIP → import into OptiCut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6. Floor: open Station → scan barcode → check 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Where to open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789920" cy="109728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Calibri"/>
              </a:rPr>
              <a:t>App (prep)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https://drawerboxspecialties-ops.github.io/OpticutExportAppV2/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789920" cy="109728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Calibri"/>
              </a:rPr>
              <a:t>Station (floor)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…/OpticutExportAppV2/#station   or tap Station in the header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789920" cy="109728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Calibri"/>
              </a:rPr>
              <a:t>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Tap Guide in the app header (one-page reference)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FBF1"/>
                </a:solidFill>
                <a:latin typeface="Calibri"/>
              </a:rPr>
              <a:t>Goal: less spreadsheet work, clearer cut lists,
fewer mistakes on the saw — every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